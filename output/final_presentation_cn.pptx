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开场说明：这是一套可在浏览器里交互的异构摄像集群仿真，不是动力学物理引擎，目标是拍摄任务规划、覆盖与内外参这一层。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强调三个约束同时成立。若只做相同无人机编队，或只做单相机预览，都覆盖不了本题。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从上到下是人、HUD、zustand 核、五类平台、摄影棚主体。颜色与软件界面中的机位配色一致。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选型理由要讲清楚：不是否定物理仿真，而是本题的决策层在运动学与多视几何。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最底层是类型和世界常量，往上才是相机几何、tick、R3F、HUD。平台位姿用 useFrame 写 ref，只有增删机位才改 agentIds。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左列 sim/* 不依赖 Three。右列只负责画出来和接收输入。箭头表示渲染读仿真状态。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优先级 −3 的时钟保证几何先于 FBO。dt 钳在 0.05，避免切后台后一帧走出棚。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PTZ 无位移；滑轨一维；ROVER 是 unicycle 先转后走；狗可侧移但脖子行程小；无人机才有高度。默认 DOG-1 为手动，开机就能 WASD。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Three.js 中 rotation.x&gt;0 是抬头。实现时曾把 tilt 取反，滑轨和无人机全部朝天。导出的 T_wc 不是 OpenCV 的 T_cw。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热力约 4 Hz 更新且不算遮挡，是为了交互还能满帧。三角化分数是相对 60° 的启发量，不要当成协方差。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第一版用 drei Hud 的正交相机 makeDefault，主视角被换成正交相机后近乎全黑。现把画面条作为轨道相机的子物体，并放在 layer 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演示时可先跟踪看 LOCK，再切手动用 WASD 推狗，最后点环绕编队。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排障四条都是真实交付阻塞，不是装饰性「经验总结」。汇报时可以对照现场演示。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若现场能投屏仿真，这一页可以很快带过，把时间留给 WASD 和环绕编队。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给做多视几何的同事时，第一句话先讲坐标系。需要 PnP 就在脚本里把 T_wc 求逆。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收束到三个可演示事实：改机位、LOCK 判定、JSON 导出。后续工作只点深度和坐标形式，不要展开成新项目。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5544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6EE0C5"/>
                </a:solidFill>
                <a:latin typeface="微软雅黑"/>
                <a:ea typeface="微软雅黑"/>
              </a:rPr>
              <a:t>HETEROCAM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965960"/>
            <a:ext cx="111556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E8EEF4"/>
                </a:solidFill>
                <a:latin typeface="微软雅黑"/>
                <a:ea typeface="微软雅黑"/>
              </a:rPr>
              <a:t>异构摄像集群交互仿真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461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8B9AA8"/>
                </a:solidFill>
                <a:latin typeface="微软雅黑"/>
                <a:ea typeface="微软雅黑"/>
              </a:rPr>
              <a:t>具身运动约束  ·  针孔多视几何  ·  可遥控指挥台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297680"/>
            <a:ext cx="2084831" cy="64008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E4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4C98A"/>
                </a:solidFill>
                <a:latin typeface="微软雅黑"/>
                <a:ea typeface="微软雅黑"/>
              </a:rPr>
              <a:t>PTZ 固定云台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297680"/>
            <a:ext cx="2084831" cy="64008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C5C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5CDD8"/>
                </a:solidFill>
                <a:latin typeface="微软雅黑"/>
                <a:ea typeface="微软雅黑"/>
              </a:rPr>
              <a:t>RAIL 滑轨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4297680"/>
            <a:ext cx="2084831" cy="64008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F0A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0A36B"/>
                </a:solidFill>
                <a:latin typeface="微软雅黑"/>
                <a:ea typeface="微软雅黑"/>
              </a:rPr>
              <a:t>ROVER 拍摄机器人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4297680"/>
            <a:ext cx="2084831" cy="64008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6EE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EE0C5"/>
                </a:solidFill>
                <a:latin typeface="微软雅黑"/>
                <a:ea typeface="微软雅黑"/>
              </a:rPr>
              <a:t>DOG 机器狗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4297680"/>
            <a:ext cx="2084831" cy="64008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7E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EB6FF"/>
                </a:solidFill>
                <a:latin typeface="微软雅黑"/>
                <a:ea typeface="微软雅黑"/>
              </a:rPr>
              <a:t>UAV 无人机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212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B9AA8"/>
                </a:solidFill>
                <a:latin typeface="微软雅黑"/>
                <a:ea typeface="微软雅黑"/>
              </a:rPr>
              <a:t>浏览器运动学仿真  ·  Vite / React / Three.js / zustand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HeteroCam Lab  ·  异构摄像集群交互仿真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4C98A"/>
                </a:solidFill>
                <a:latin typeface="微软雅黑"/>
                <a:ea typeface="微软雅黑"/>
              </a:rPr>
              <a:t>拍摄集群不能当成「会飞的相同相机」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51560"/>
            <a:ext cx="11155680" cy="1389888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E4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28016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E4C98A"/>
                </a:solidFill>
                <a:latin typeface="微软雅黑"/>
                <a:ea typeface="微软雅黑"/>
              </a:rPr>
              <a:t>具身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234440"/>
            <a:ext cx="896112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E8EEF4"/>
                </a:solidFill>
                <a:latin typeface="微软雅黑"/>
                <a:ea typeface="微软雅黑"/>
              </a:rPr>
              <a:t>PTZ 不能走，轮式不能横移，狗脖子行程有限，无人机才有高度。控制律必须按构型空间分开。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06039"/>
            <a:ext cx="11155680" cy="1389888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6EE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24912"/>
            <a:ext cx="128016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6EE0C5"/>
                </a:solidFill>
                <a:latin typeface="微软雅黑"/>
                <a:ea typeface="微软雅黑"/>
              </a:rPr>
              <a:t>视觉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788920"/>
            <a:ext cx="896112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E8EEF4"/>
                </a:solidFill>
                <a:latin typeface="微软雅黑"/>
                <a:ea typeface="微软雅黑"/>
              </a:rPr>
              <a:t>每台设备是针孔相机：内参随变焦变，外参由底盘+云台推出，还要处理遮挡和多视基线。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60520"/>
            <a:ext cx="11155680" cy="1389888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F0A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79392"/>
            <a:ext cx="128016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F0A36B"/>
                </a:solidFill>
                <a:latin typeface="微软雅黑"/>
                <a:ea typeface="微软雅黑"/>
              </a:rPr>
              <a:t>交互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4343400"/>
            <a:ext cx="896112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E8EEF4"/>
                </a:solidFill>
                <a:latin typeface="微软雅黑"/>
                <a:ea typeface="微软雅黑"/>
              </a:rPr>
              <a:t>能选中、遥控、改任务模式、看各机实时画面，并把 K 与 T_wc 导出给后续 CV 管线。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HeteroCam Lab  ·  异构摄像集群交互仿真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4C98A"/>
                </a:solidFill>
                <a:latin typeface="微软雅黑"/>
                <a:ea typeface="微软雅黑"/>
              </a:rPr>
              <a:t>系统：指挥台驱动仿真核，五类平台协同拍同一主体</a:t>
            </a:r>
          </a:p>
        </p:txBody>
      </p:sp>
      <p:pic>
        <p:nvPicPr>
          <p:cNvPr id="3" name="Picture 2" descr="fig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21440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HeteroCam Lab  ·  异构摄像集群交互仿真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4C98A"/>
                </a:solidFill>
                <a:latin typeface="微软雅黑"/>
                <a:ea typeface="微软雅黑"/>
              </a:rPr>
              <a:t>做成浏览器运动学仿真，是为了当场能改机位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3035808" cy="50292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E4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4C98A"/>
                </a:solidFill>
                <a:latin typeface="微软雅黑"/>
                <a:ea typeface="微软雅黑"/>
              </a:rPr>
              <a:t>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1097280"/>
            <a:ext cx="3858768" cy="50292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E4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4C98A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097280"/>
            <a:ext cx="3950208" cy="50292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E4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4C98A"/>
                </a:solidFill>
                <a:latin typeface="微软雅黑"/>
                <a:ea typeface="微软雅黑"/>
              </a:rPr>
              <a:t>对本题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3035808" cy="86868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8B9AA8"/>
                </a:solidFill>
                <a:latin typeface="微软雅黑"/>
                <a:ea typeface="微软雅黑"/>
              </a:rPr>
              <a:t>ROS + Gazebo / Isaac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737360"/>
            <a:ext cx="3858768" cy="86868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8B9AA8"/>
                </a:solidFill>
                <a:latin typeface="微软雅黑"/>
                <a:ea typeface="微软雅黑"/>
              </a:rPr>
              <a:t>URDF、物理、安装链很长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737360"/>
            <a:ext cx="3950208" cy="86868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8B9AA8"/>
                </a:solidFill>
                <a:latin typeface="微软雅黑"/>
                <a:ea typeface="微软雅黑"/>
              </a:rPr>
              <a:t>交互周期不适合空仓库交付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3035808" cy="86868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8B9AA8"/>
                </a:solidFill>
                <a:latin typeface="微软雅黑"/>
                <a:ea typeface="微软雅黑"/>
              </a:rPr>
              <a:t>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697480"/>
            <a:ext cx="3858768" cy="86868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8B9AA8"/>
                </a:solidFill>
                <a:latin typeface="微软雅黑"/>
                <a:ea typeface="微软雅黑"/>
              </a:rPr>
              <a:t>编辑器授权与资源管线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2697480"/>
            <a:ext cx="3950208" cy="86868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8B9AA8"/>
                </a:solidFill>
                <a:latin typeface="微软雅黑"/>
                <a:ea typeface="微软雅黑"/>
              </a:rPr>
              <a:t>难在本仓库直接打开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57600"/>
            <a:ext cx="3035808" cy="86868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6EE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8EEF4"/>
                </a:solidFill>
                <a:latin typeface="微软雅黑"/>
                <a:ea typeface="微软雅黑"/>
              </a:rPr>
              <a:t>浏览器 Three.js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3657600"/>
            <a:ext cx="3858768" cy="86868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6EE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8EEF4"/>
                </a:solidFill>
                <a:latin typeface="微软雅黑"/>
                <a:ea typeface="微软雅黑"/>
              </a:rPr>
              <a:t>无额外运行时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657600"/>
            <a:ext cx="3950208" cy="86868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6EE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8EEF4"/>
                </a:solidFill>
                <a:latin typeface="微软雅黑"/>
                <a:ea typeface="微软雅黑"/>
              </a:rPr>
              <a:t>运动学、相机、UI 同一套代码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1208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8B9AA8"/>
                </a:solidFill>
                <a:latin typeface="微软雅黑"/>
                <a:ea typeface="微软雅黑"/>
              </a:rPr>
              <a:t>碰撞是圆柱 vs AABB，不求解接触力。对覆盖规划、跟踪模式和内外参导出已经够用。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HeteroCam Lab  ·  异构摄像集群交互仿真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4C98A"/>
                </a:solidFill>
                <a:latin typeface="微软雅黑"/>
                <a:ea typeface="微软雅黑"/>
              </a:rPr>
              <a:t>五层框架：几何先于网格，60 Hz 姿态不进 React</a:t>
            </a:r>
          </a:p>
        </p:txBody>
      </p:sp>
      <p:pic>
        <p:nvPicPr>
          <p:cNvPr id="3" name="Picture 2" descr="fig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114300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HeteroCam Lab  ·  异构摄像集群交互仿真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4C98A"/>
                </a:solidFill>
                <a:latin typeface="微软雅黑"/>
                <a:ea typeface="微软雅黑"/>
              </a:rPr>
              <a:t>模块切开后，可见性可以不启动 WebGL 就推理</a:t>
            </a:r>
          </a:p>
        </p:txBody>
      </p:sp>
      <p:pic>
        <p:nvPicPr>
          <p:cNvPr id="3" name="Picture 2" descr="fig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114300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HeteroCam Lab  ·  异构摄像集群交互仿真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4C98A"/>
                </a:solidFill>
                <a:latin typeface="微软雅黑"/>
                <a:ea typeface="微软雅黑"/>
              </a:rPr>
              <a:t>一帧里先步进，再离屏拍各机，最后才画指挥视角</a:t>
            </a:r>
          </a:p>
        </p:txBody>
      </p:sp>
      <p:pic>
        <p:nvPicPr>
          <p:cNvPr id="3" name="Picture 2" descr="fig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1152144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HeteroCam Lab  ·  异构摄像集群交互仿真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4C98A"/>
                </a:solidFill>
                <a:latin typeface="微软雅黑"/>
                <a:ea typeface="微软雅黑"/>
              </a:rPr>
              <a:t>五类平台的构型空间不同，控制律必须分开写</a:t>
            </a:r>
          </a:p>
        </p:txBody>
      </p:sp>
      <p:pic>
        <p:nvPicPr>
          <p:cNvPr id="3" name="Picture 2" descr="fig_kinema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11612880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HeteroCam Lab  ·  异构摄像集群交互仿真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4C98A"/>
                </a:solidFill>
                <a:latin typeface="微软雅黑"/>
                <a:ea typeface="微软雅黑"/>
              </a:rPr>
              <a:t>光学中心由底盘加云台推出，变焦只缩小垂直视场</a:t>
            </a:r>
          </a:p>
        </p:txBody>
      </p:sp>
      <p:pic>
        <p:nvPicPr>
          <p:cNvPr id="3" name="Picture 2" descr="fig_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68680"/>
            <a:ext cx="11704320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HeteroCam Lab  ·  异构摄像集群交互仿真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4C98A"/>
                </a:solidFill>
                <a:latin typeface="微软雅黑"/>
                <a:ea typeface="微软雅黑"/>
              </a:rPr>
              <a:t>LOCK 要过视锥和遮挡两关，覆盖热力只采样视锥</a:t>
            </a:r>
          </a:p>
        </p:txBody>
      </p:sp>
      <p:pic>
        <p:nvPicPr>
          <p:cNvPr id="3" name="Picture 2" descr="fig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HeteroCam Lab  ·  异构摄像集群交互仿真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4C98A"/>
                </a:solidFill>
                <a:latin typeface="微软雅黑"/>
                <a:ea typeface="微软雅黑"/>
              </a:rPr>
              <a:t>三个图层把调试图元挡在机体镜头之外</a:t>
            </a:r>
          </a:p>
        </p:txBody>
      </p:sp>
      <p:pic>
        <p:nvPicPr>
          <p:cNvPr id="3" name="Picture 2" descr="fig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HeteroCam Lab  ·  异构摄像集群交互仿真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4C98A"/>
                </a:solidFill>
                <a:latin typeface="微软雅黑"/>
                <a:ea typeface="微软雅黑"/>
              </a:rPr>
              <a:t>三种任务模式共用同一套云台，但谁有权改角度不同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5156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E4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18872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E4C98A"/>
                </a:solidFill>
                <a:latin typeface="微软雅黑"/>
                <a:ea typeface="微软雅黑"/>
              </a:rPr>
              <a:t>手动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691640"/>
            <a:ext cx="32004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8EEF4"/>
                </a:solidFill>
                <a:latin typeface="微软雅黑"/>
                <a:ea typeface="微软雅黑"/>
              </a:rPr>
              <a:t>键盘与滑条有效。双击地面给路点，移动平台驶向该点。选中时不自动 look-at。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5156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6EE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8848" y="118872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6EE0C5"/>
                </a:solidFill>
                <a:latin typeface="微软雅黑"/>
                <a:ea typeface="微软雅黑"/>
              </a:rPr>
              <a:t>跟踪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8848" y="1691640"/>
            <a:ext cx="32004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8EEF4"/>
                </a:solidFill>
                <a:latin typeface="微软雅黑"/>
                <a:ea typeface="微软雅黑"/>
              </a:rPr>
              <a:t>每帧把云台对准主体胸部。PTZ / 滑轨主要靠这一模式干活。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05156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F0A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18872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0A36B"/>
                </a:solidFill>
                <a:latin typeface="微软雅黑"/>
                <a:ea typeface="微软雅黑"/>
              </a:rPr>
              <a:t>巡航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608" y="1691640"/>
            <a:ext cx="32004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8EEF4"/>
                </a:solidFill>
                <a:latin typeface="微软雅黑"/>
                <a:ea typeface="微软雅黑"/>
              </a:rPr>
              <a:t>ROVER / DOG / UAV 绕主体；滑轨跟 x；云台仍跟踪。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5760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767328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4C98A"/>
                </a:solidFill>
                <a:latin typeface="微软雅黑"/>
                <a:ea typeface="微软雅黑"/>
              </a:rPr>
              <a:t>WASD / QE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160520"/>
            <a:ext cx="2377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B9AA8"/>
                </a:solidFill>
                <a:latin typeface="微软雅黑"/>
                <a:ea typeface="微软雅黑"/>
              </a:rPr>
              <a:t>机动与升降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365760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3767328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4C98A"/>
                </a:solidFill>
                <a:latin typeface="微软雅黑"/>
                <a:ea typeface="微软雅黑"/>
              </a:rPr>
              <a:t>方向键 · ZX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4160520"/>
            <a:ext cx="2377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B9AA8"/>
                </a:solidFill>
                <a:latin typeface="微软雅黑"/>
                <a:ea typeface="微软雅黑"/>
              </a:rPr>
              <a:t>云台与变焦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65760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3767328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4C98A"/>
                </a:solidFill>
                <a:latin typeface="微软雅黑"/>
                <a:ea typeface="微软雅黑"/>
              </a:rPr>
              <a:t>空格 F G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4160520"/>
            <a:ext cx="2377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B9AA8"/>
                </a:solidFill>
                <a:latin typeface="微软雅黑"/>
                <a:ea typeface="微软雅黑"/>
              </a:rPr>
              <a:t>暂停与图层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365760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2A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3767328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4C98A"/>
                </a:solidFill>
                <a:latin typeface="微软雅黑"/>
                <a:ea typeface="微软雅黑"/>
              </a:rPr>
              <a:t>1–8 单击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4160520"/>
            <a:ext cx="2377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B9AA8"/>
                </a:solidFill>
                <a:latin typeface="微软雅黑"/>
                <a:ea typeface="微软雅黑"/>
              </a:rPr>
              <a:t>选机 / 画面条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74920"/>
            <a:ext cx="111556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8B9AA8"/>
                </a:solidFill>
                <a:latin typeface="微软雅黑"/>
                <a:ea typeface="微软雅黑"/>
              </a:rPr>
              <a:t>环绕编队只重排 ROVER / DOG / UAV，PTZ 与滑轨保持原位。导出 JSON 含 K、T_wc、是否看见主体、GSD。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HeteroCam Lab  ·  异构摄像集群交互仿真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4C98A"/>
                </a:solidFill>
                <a:latin typeface="微软雅黑"/>
                <a:ea typeface="微软雅黑"/>
              </a:rPr>
              <a:t>实现顺序：先能算看见，再往视口上挂网格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1737360" cy="192024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6EE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737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E4C98A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783080"/>
            <a:ext cx="1591056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E8EEF4"/>
                </a:solidFill>
                <a:latin typeface="微软雅黑"/>
                <a:ea typeface="微软雅黑"/>
              </a:rPr>
              <a:t>Vite 空项目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0552" y="192024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8B9AA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234440"/>
            <a:ext cx="1737360" cy="192024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E4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1325880"/>
            <a:ext cx="1737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E4C98A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6312" y="1783080"/>
            <a:ext cx="1591056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E8EEF4"/>
                </a:solidFill>
                <a:latin typeface="微软雅黑"/>
                <a:ea typeface="微软雅黑"/>
              </a:rPr>
              <a:t>types → kinematics
→ coverage →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0792" y="192024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8B9AA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1737360" cy="192024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6EE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325880"/>
            <a:ext cx="1737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E4C98A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1783080"/>
            <a:ext cx="1591056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E8EEF4"/>
                </a:solidFill>
                <a:latin typeface="微软雅黑"/>
                <a:ea typeface="微软雅黑"/>
              </a:rPr>
              <a:t>棚、主体、五类外形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2" y="192024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8B9AA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234440"/>
            <a:ext cx="1737360" cy="192024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6EE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325880"/>
            <a:ext cx="1737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E4C98A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1783080"/>
            <a:ext cx="1591056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E8EEF4"/>
                </a:solidFill>
                <a:latin typeface="微软雅黑"/>
                <a:ea typeface="微软雅黑"/>
              </a:rPr>
              <a:t>FBO 多路画面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192024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8B9AA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1234440"/>
            <a:ext cx="1737360" cy="192024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6EE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1325880"/>
            <a:ext cx="1737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E4C98A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1783080"/>
            <a:ext cx="1591056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E8EEF4"/>
                </a:solidFill>
                <a:latin typeface="微软雅黑"/>
                <a:ea typeface="微软雅黑"/>
              </a:rPr>
              <a:t>HUD 与导出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1512" y="192024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8B9AA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04120" y="1234440"/>
            <a:ext cx="1737360" cy="192024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E4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04120" y="1325880"/>
            <a:ext cx="1737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E4C98A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77272" y="1783080"/>
            <a:ext cx="1591056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E8EEF4"/>
                </a:solidFill>
                <a:latin typeface="微软雅黑"/>
                <a:ea typeface="微软雅黑"/>
              </a:rPr>
              <a:t>浏览器里修
朝向 / 雾 / 图层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383280"/>
            <a:ext cx="21945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F0A36B"/>
                </a:solidFill>
                <a:latin typeface="微软雅黑"/>
                <a:ea typeface="微软雅黑"/>
              </a:rPr>
              <a:t>主视角近黑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3383280"/>
            <a:ext cx="88696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E8EEF4"/>
                </a:solidFill>
                <a:latin typeface="微软雅黑"/>
                <a:ea typeface="微软雅黑"/>
              </a:rPr>
              <a:t>Hud 正交相机 makeDefault 抢走默认相机 → 画面条改挂轨道相机 + layer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096512"/>
            <a:ext cx="21945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F0A36B"/>
                </a:solidFill>
                <a:latin typeface="微软雅黑"/>
                <a:ea typeface="微软雅黑"/>
              </a:rPr>
              <a:t>高机位朝天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4096512"/>
            <a:ext cx="88696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E8EEF4"/>
                </a:solidFill>
                <a:latin typeface="微软雅黑"/>
                <a:ea typeface="微软雅黑"/>
              </a:rPr>
              <a:t>tilt 取反，与 Three.js 抬头符号相反 → tilt = 仰角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809744"/>
            <a:ext cx="21945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F0A36B"/>
                </a:solidFill>
                <a:latin typeface="微软雅黑"/>
                <a:ea typeface="微软雅黑"/>
              </a:rPr>
              <a:t>滑轨拍幕墙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4809744"/>
            <a:ext cx="88696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E8EEF4"/>
                </a:solidFill>
                <a:latin typeface="微软雅黑"/>
                <a:ea typeface="微软雅黑"/>
              </a:rPr>
              <a:t>轨道在 −Z，默认 yaw=0 也看 −Z → 滑轨 yaw=π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522976"/>
            <a:ext cx="21945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F0A36B"/>
                </a:solidFill>
                <a:latin typeface="微软雅黑"/>
                <a:ea typeface="微软雅黑"/>
              </a:rPr>
              <a:t>铭牌把 Canvas 掀翻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5522976"/>
            <a:ext cx="88696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E8EEF4"/>
                </a:solidFill>
                <a:latin typeface="微软雅黑"/>
                <a:ea typeface="微软雅黑"/>
              </a:rPr>
              <a:t>drei Html 在 React 19 卸载 portal → Billboard + 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HeteroCam Lab  ·  异构摄像集群交互仿真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4C98A"/>
                </a:solidFill>
                <a:latin typeface="微软雅黑"/>
                <a:ea typeface="微软雅黑"/>
              </a:rPr>
              <a:t>指挥台把编队、指标和各机针孔画面放在同一屏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51560"/>
            <a:ext cx="2560320" cy="475488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E4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4C98A"/>
                </a:solidFill>
                <a:latin typeface="微软雅黑"/>
                <a:ea typeface="微软雅黑"/>
              </a:rPr>
              <a:t>左栏编队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2286000" cy="3840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AA8"/>
                </a:solidFill>
                <a:latin typeface="微软雅黑"/>
                <a:ea typeface="微软雅黑"/>
              </a:rPr>
              <a:t>LOCK / LOST
加入 PTZ…UAV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051560"/>
            <a:ext cx="5760720" cy="324612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6EE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2344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4C98A"/>
                </a:solidFill>
                <a:latin typeface="微软雅黑"/>
                <a:ea typeface="微软雅黑"/>
              </a:rPr>
              <a:t>三维视口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91640"/>
            <a:ext cx="5486400" cy="2331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AA8"/>
                </a:solidFill>
                <a:latin typeface="微软雅黑"/>
                <a:ea typeface="微软雅黑"/>
              </a:rPr>
              <a:t>主体 8 字 · 视锥 · 热力 · 基线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051560"/>
            <a:ext cx="2560320" cy="475488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E4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12344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4C98A"/>
                </a:solidFill>
                <a:latin typeface="微软雅黑"/>
                <a:ea typeface="微软雅黑"/>
              </a:rPr>
              <a:t>右栏检视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1691640"/>
            <a:ext cx="2286000" cy="3840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AA8"/>
                </a:solidFill>
                <a:latin typeface="微软雅黑"/>
                <a:ea typeface="微软雅黑"/>
              </a:rPr>
              <a:t>云台滑条 · K/fy
覆盖率 · GSD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4434840"/>
            <a:ext cx="5760720" cy="137160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E4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461772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4C98A"/>
                </a:solidFill>
                <a:latin typeface="微软雅黑"/>
                <a:ea typeface="微软雅黑"/>
              </a:rPr>
              <a:t>底部六路针孔画面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07492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AA8"/>
                </a:solidFill>
                <a:latin typeface="微软雅黑"/>
                <a:ea typeface="微软雅黑"/>
              </a:rPr>
              <a:t>点击可选中对应机位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AA8"/>
                </a:solidFill>
                <a:latin typeface="微软雅黑"/>
                <a:ea typeface="微软雅黑"/>
              </a:rPr>
              <a:t>运行 npm run dev 打开 localhost:5173，可对照本页结构操作。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HeteroCam Lab  ·  异构摄像集群交互仿真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4C98A"/>
                </a:solidFill>
                <a:latin typeface="微软雅黑"/>
                <a:ea typeface="微软雅黑"/>
              </a:rPr>
              <a:t>导出的是世界系光学中心，不是 OpenCV 的相机系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51560"/>
            <a:ext cx="5577840" cy="470916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E4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E4C98A"/>
                </a:solidFill>
                <a:latin typeface="微软雅黑"/>
                <a:ea typeface="微软雅黑"/>
              </a:rPr>
              <a:t>JSON 里有什么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5029200" cy="374903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E8EEF4"/>
                </a:solidFill>
                <a:latin typeface="微软雅黑"/>
                <a:ea typeface="微软雅黑"/>
              </a:rPr>
              <a:t>time / subject
每机 name, kind, mode
T_wc.t  光学中心
rpy_yxz  (pitch, yaw, 0)
K：fx=fy, cx, cy, 分辨率, fovY
seesSubject、gsd_cm_per_px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051560"/>
            <a:ext cx="5303520" cy="4709160"/>
          </a:xfrm>
          <a:prstGeom prst="roundRect">
            <a:avLst>
              <a:gd name="adj" fmla="val 8000"/>
            </a:avLst>
          </a:prstGeom>
          <a:solidFill>
            <a:srgbClr val="1A232E"/>
          </a:solidFill>
          <a:ln w="15875">
            <a:solidFill>
              <a:srgbClr val="F0A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23444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0A36B"/>
                </a:solidFill>
                <a:latin typeface="微软雅黑"/>
                <a:ea typeface="微软雅黑"/>
              </a:rPr>
              <a:t>刻意没做的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691640"/>
            <a:ext cx="4846320" cy="374903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E8EEF4"/>
                </a:solidFill>
                <a:latin typeface="微软雅黑"/>
                <a:ea typeface="微软雅黑"/>
              </a:rPr>
              <a:t>无 IMU / 轮速噪声
无径向畸变与卷帘
热力不算遮挡
离屏机位线性增加 GPU 负担
上限 8 台，避免画面条挤爆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HeteroCam Lab  ·  异构摄像集群交互仿真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4C98A"/>
                </a:solidFill>
                <a:latin typeface="微软雅黑"/>
                <a:ea typeface="微软雅黑"/>
              </a:rPr>
              <a:t>能改机位、能看见、能把位姿拿走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5568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>
                <a:solidFill>
                  <a:srgbClr val="E8EEF4"/>
                </a:solidFill>
                <a:latin typeface="微软雅黑"/>
                <a:ea typeface="微软雅黑"/>
              </a:rPr>
              <a:t>五类异构平台共用一个针孔相机模型和同一主体。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" cy="777240"/>
          </a:xfrm>
          <a:prstGeom prst="rect">
            <a:avLst/>
          </a:prstGeom>
          <a:solidFill>
            <a:srgbClr val="E4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1115568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>
                <a:solidFill>
                  <a:srgbClr val="E8EEF4"/>
                </a:solidFill>
                <a:latin typeface="微软雅黑"/>
                <a:ea typeface="微软雅黑"/>
              </a:rPr>
              <a:t>仿真核与渲染分离：LOCK 是几何算出来的，不是画出来的。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73152" cy="777240"/>
          </a:xfrm>
          <a:prstGeom prst="rect">
            <a:avLst/>
          </a:prstGeom>
          <a:solidFill>
            <a:srgbClr val="6EE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063240"/>
            <a:ext cx="1115568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>
                <a:solidFill>
                  <a:srgbClr val="E8EEF4"/>
                </a:solidFill>
                <a:latin typeface="微软雅黑"/>
                <a:ea typeface="微软雅黑"/>
              </a:rPr>
              <a:t>指挥台把遥控、覆盖指标和六路画面放在同一决策环里。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63240"/>
            <a:ext cx="73152" cy="777240"/>
          </a:xfrm>
          <a:prstGeom prst="rect">
            <a:avLst/>
          </a:prstGeom>
          <a:solidFill>
            <a:srgbClr val="F0A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023360"/>
            <a:ext cx="1115568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>
                <a:solidFill>
                  <a:srgbClr val="E8EEF4"/>
                </a:solidFill>
                <a:latin typeface="微软雅黑"/>
                <a:ea typeface="微软雅黑"/>
              </a:rPr>
              <a:t>可续：T_cw 矩阵、深度附件、可配置巡航半径。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023360"/>
            <a:ext cx="73152" cy="777240"/>
          </a:xfrm>
          <a:prstGeom prst="rect">
            <a:avLst/>
          </a:prstGeom>
          <a:solidFill>
            <a:srgbClr val="7E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1206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AA8"/>
                </a:solidFill>
                <a:latin typeface="微软雅黑"/>
                <a:ea typeface="微软雅黑"/>
              </a:rPr>
              <a:t>文档：docs/heterocam-lab-technical.md    运行：npm run 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HeteroCam Lab  ·  异构摄像集群交互仿真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2801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AA8"/>
                </a:solidFill>
                <a:latin typeface="微软雅黑"/>
                <a:ea typeface="微软雅黑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